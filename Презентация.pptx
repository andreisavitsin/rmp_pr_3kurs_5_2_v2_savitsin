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175E9B7-DA86-4C87-89BF-3A97F4780529}" type="datetimeFigureOut">
              <a:rPr lang="ru-RU" smtClean="0"/>
              <a:t>27.10.2026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ED9A85A-4918-4385-B1D9-2723788EEE42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2647275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E9B7-DA86-4C87-89BF-3A97F4780529}" type="datetimeFigureOut">
              <a:rPr lang="ru-RU" smtClean="0"/>
              <a:t>27.10.2026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9A85A-4918-4385-B1D9-2723788EEE4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2485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75E9B7-DA86-4C87-89BF-3A97F4780529}" type="datetimeFigureOut">
              <a:rPr lang="ru-RU" smtClean="0"/>
              <a:t>27.10.2026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D9A85A-4918-4385-B1D9-2723788EEE4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6984281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E9B7-DA86-4C87-89BF-3A97F4780529}" type="datetimeFigureOut">
              <a:rPr lang="ru-RU" smtClean="0"/>
              <a:t>27.10.2026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9A85A-4918-4385-B1D9-2723788EEE4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6915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E9B7-DA86-4C87-89BF-3A97F4780529}" type="datetimeFigureOut">
              <a:rPr lang="ru-RU" smtClean="0"/>
              <a:t>27.10.2026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9A85A-4918-4385-B1D9-2723788EEE4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65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E9B7-DA86-4C87-89BF-3A97F4780529}" type="datetimeFigureOut">
              <a:rPr lang="ru-RU" smtClean="0"/>
              <a:t>27.10.2026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9A85A-4918-4385-B1D9-2723788EEE4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805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E9B7-DA86-4C87-89BF-3A97F4780529}" type="datetimeFigureOut">
              <a:rPr lang="ru-RU" smtClean="0"/>
              <a:t>27.10.2026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9A85A-4918-4385-B1D9-2723788EEE4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660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75E9B7-DA86-4C87-89BF-3A97F4780529}" type="datetimeFigureOut">
              <a:rPr lang="ru-RU" smtClean="0"/>
              <a:t>27.10.2026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D9A85A-4918-4385-B1D9-2723788EEE4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8901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75E9B7-DA86-4C87-89BF-3A97F4780529}" type="datetimeFigureOut">
              <a:rPr lang="ru-RU" smtClean="0"/>
              <a:t>27.10.2026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D9A85A-4918-4385-B1D9-2723788EEE4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43964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E9B7-DA86-4C87-89BF-3A97F4780529}" type="datetimeFigureOut">
              <a:rPr lang="ru-RU" smtClean="0"/>
              <a:t>27.10.2026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9A85A-4918-4385-B1D9-2723788EEE4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0343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E9B7-DA86-4C87-89BF-3A97F4780529}" type="datetimeFigureOut">
              <a:rPr lang="ru-RU" smtClean="0"/>
              <a:t>27.10.2026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9A85A-4918-4385-B1D9-2723788EEE4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1301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175E9B7-DA86-4C87-89BF-3A97F4780529}" type="datetimeFigureOut">
              <a:rPr lang="ru-RU" smtClean="0"/>
              <a:t>27.10.2026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9ED9A85A-4918-4385-B1D9-2723788EEE4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20072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722A32-017C-48B5-BEA0-7211A3752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511617"/>
            <a:ext cx="8361229" cy="2098226"/>
          </a:xfrm>
        </p:spPr>
        <p:txBody>
          <a:bodyPr/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для поиска информации о покемонах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BE6BE00-6E10-4636-978E-348F58D552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выполнил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Савицин А. Л.</a:t>
            </a:r>
          </a:p>
          <a:p>
            <a:pPr algn="l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Мирошниченко Г. В.</a:t>
            </a:r>
          </a:p>
          <a:p>
            <a:pPr algn="l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ПР-31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8A5939-8BD3-46BF-9D1E-E441BD29A575}"/>
              </a:ext>
            </a:extLst>
          </p:cNvPr>
          <p:cNvSpPr txBox="1"/>
          <p:nvPr/>
        </p:nvSpPr>
        <p:spPr>
          <a:xfrm>
            <a:off x="2157869" y="164645"/>
            <a:ext cx="78757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И МОЛОДЕЖНОЙ ПОЛИТИКИ СВЕРДЛОВСКОЙ ОБЛАСТИ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ГАПОУ СО «ЕКАТЕРИНБУРГСКИЙ КОЛЛЕДЖ ТРАНСПОРТНОГО СТРОИТЕЛЬСТВА»</a:t>
            </a:r>
          </a:p>
        </p:txBody>
      </p:sp>
    </p:spTree>
    <p:extLst>
      <p:ext uri="{BB962C8B-B14F-4D97-AF65-F5344CB8AC3E}">
        <p14:creationId xmlns:p14="http://schemas.microsoft.com/office/powerpoint/2010/main" val="3395009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71FA11-2F54-454E-B00D-0D32702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 разработке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A1E88F-B341-418A-B9A7-8F6CA3A91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предназначена для получения, добавления, редактирования, сохранения информации о покемоне.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 позволяет получать актуальные данные напрямую из открытого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Данная разработка – это мобильное приложение, предназначенное для ведения личного каталога сохраненных персонажей, а также для демонстрации работы с сетевыми запросами и локальными базами данных.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EBCA94-CDEF-4378-9672-10E3E996C8FA}"/>
              </a:ext>
            </a:extLst>
          </p:cNvPr>
          <p:cNvSpPr txBox="1"/>
          <p:nvPr/>
        </p:nvSpPr>
        <p:spPr>
          <a:xfrm>
            <a:off x="2919368" y="5810658"/>
            <a:ext cx="8755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Лупа – Бесплатные иконки: интерфейс">
            <a:extLst>
              <a:ext uri="{FF2B5EF4-FFF2-40B4-BE49-F238E27FC236}">
                <a16:creationId xmlns:a16="http://schemas.microsoft.com/office/drawing/2014/main" id="{58D5F5A4-D8BF-455C-87B0-B3EB1C113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2561" y="5181484"/>
            <a:ext cx="629174" cy="62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BB0194-1154-4AD1-99AC-DCC8230509AB}"/>
              </a:ext>
            </a:extLst>
          </p:cNvPr>
          <p:cNvSpPr txBox="1"/>
          <p:nvPr/>
        </p:nvSpPr>
        <p:spPr>
          <a:xfrm>
            <a:off x="4792100" y="5810658"/>
            <a:ext cx="5982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4" name="Picture 10" descr="Интернет – Бесплатные иконки: знаки">
            <a:extLst>
              <a:ext uri="{FF2B5EF4-FFF2-40B4-BE49-F238E27FC236}">
                <a16:creationId xmlns:a16="http://schemas.microsoft.com/office/drawing/2014/main" id="{D5772789-DCD8-4891-BBE2-923823484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100" y="5189171"/>
            <a:ext cx="637563" cy="63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Цилиндр – Бесплатные иконки: формы">
            <a:extLst>
              <a:ext uri="{FF2B5EF4-FFF2-40B4-BE49-F238E27FC236}">
                <a16:creationId xmlns:a16="http://schemas.microsoft.com/office/drawing/2014/main" id="{3238FD8A-1494-4A68-89BD-76934F03F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7284" y="5229837"/>
            <a:ext cx="637563" cy="63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A24D16-0853-43A1-8E84-AFA7A5D03644}"/>
              </a:ext>
            </a:extLst>
          </p:cNvPr>
          <p:cNvSpPr txBox="1"/>
          <p:nvPr/>
        </p:nvSpPr>
        <p:spPr>
          <a:xfrm>
            <a:off x="6096000" y="5810658"/>
            <a:ext cx="15456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248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B20C22-9C06-46EE-91B6-1554723B6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D62D4A-C2A9-49E6-A307-CBE90AC29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для взаимодействия с внешним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сохранения полученных данных в локальную базу.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актуальную информацию по работе с сетевыми запросами.</a:t>
            </a:r>
          </a:p>
          <a:p>
            <a:pPr lvl="1"/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Подобрать средства для локального хранения данных.</a:t>
            </a:r>
          </a:p>
          <a:p>
            <a:pPr lvl="1"/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удобный пользовательский интерфейс.</a:t>
            </a:r>
          </a:p>
          <a:p>
            <a:pPr lvl="1"/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функции добавления, удаления и редактирования сохраненных записей.</a:t>
            </a:r>
          </a:p>
        </p:txBody>
      </p:sp>
    </p:spTree>
    <p:extLst>
      <p:ext uri="{BB962C8B-B14F-4D97-AF65-F5344CB8AC3E}">
        <p14:creationId xmlns:p14="http://schemas.microsoft.com/office/powerpoint/2010/main" val="3460244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8B2EBA-1FD3-4797-9FC1-88039216A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характеристики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4B1D2D-8DEC-4A26-9760-1B5E01C3D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7923402" cy="35814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 и авторизация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 приветственного экрана с проверкой ввода и сохранением данных пользователя.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Автоматический запрос данных о персонаже по его имени или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внешнего сервера.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Систематизация и учет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Удобное сохранение избранных персонажей в локальную базу данных с возможностью управления ими.</a:t>
            </a:r>
          </a:p>
        </p:txBody>
      </p:sp>
      <p:pic>
        <p:nvPicPr>
          <p:cNvPr id="4" name="Picture 10" descr="Интернет – Бесплатные иконки: знаки">
            <a:extLst>
              <a:ext uri="{FF2B5EF4-FFF2-40B4-BE49-F238E27FC236}">
                <a16:creationId xmlns:a16="http://schemas.microsoft.com/office/drawing/2014/main" id="{D4EA8E81-1EDE-4340-8CF1-B3E74175E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002" y="2935568"/>
            <a:ext cx="590844" cy="590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Безопасность – Бесплатные иконки: безопасность">
            <a:extLst>
              <a:ext uri="{FF2B5EF4-FFF2-40B4-BE49-F238E27FC236}">
                <a16:creationId xmlns:a16="http://schemas.microsoft.com/office/drawing/2014/main" id="{8A45F2B5-DE0F-4737-9768-8A91DE4EC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002" y="2171700"/>
            <a:ext cx="649568" cy="649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Систематизация – Бесплатные иконки: бизнес и финансы">
            <a:extLst>
              <a:ext uri="{FF2B5EF4-FFF2-40B4-BE49-F238E27FC236}">
                <a16:creationId xmlns:a16="http://schemas.microsoft.com/office/drawing/2014/main" id="{B1C2B154-7D22-4D0A-B6BC-1F73FD24E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9029" y="3657600"/>
            <a:ext cx="922789" cy="922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156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23203F-263F-4C6F-A8BA-7677E90D6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инструменты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92BA8E-D803-45B8-BC6E-6A735554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8384796" cy="35814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Volley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используется для отправки сетевых запросов к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PokeAPI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получения ответа от сервера в асинхронном режиме.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Gson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– Gson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превращает данные пользователя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 для сохранения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используется для разбора ответа от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локальная база данных. Используется для сохранения, удаления и редактирования данных покемонов.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SharedPreferences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 хранения простых данных. Используется для сохранения логина и пароля пользователя.</a:t>
            </a:r>
          </a:p>
        </p:txBody>
      </p:sp>
      <p:pic>
        <p:nvPicPr>
          <p:cNvPr id="3074" name="Picture 2" descr="Библиотека – Бесплатные иконки: образование">
            <a:extLst>
              <a:ext uri="{FF2B5EF4-FFF2-40B4-BE49-F238E27FC236}">
                <a16:creationId xmlns:a16="http://schemas.microsoft.com/office/drawing/2014/main" id="{D406D2C6-C4D3-4E30-9036-81ACBDB56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4936" y="2563536"/>
            <a:ext cx="1730928" cy="173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9315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EE7532-6885-4787-A6B7-F81E01C93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 авторизации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5C9403-3219-4752-974B-F950337F1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5104701" cy="35814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Включает в себя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Поля для ввода логина и пароля</a:t>
            </a:r>
          </a:p>
          <a:p>
            <a:pPr lvl="1"/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Проверку на пустоту веденных данных</a:t>
            </a:r>
          </a:p>
          <a:p>
            <a:pPr lvl="1"/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учетной записи пользователя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072300F-D161-4FE4-942C-0E852C7CEB4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441036" y="340354"/>
            <a:ext cx="3137482" cy="572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058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8A58F2-E61C-448B-9262-88DDCF8B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 поиска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A56D73-163F-4A95-8B21-853B54A00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2286000"/>
            <a:ext cx="5415094" cy="35814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Включает в себя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Поле ввода имени или </a:t>
            </a: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  <a:p>
            <a:pPr lvl="1"/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Кнопка «Поиск персонажа», которая отправляет запрос к </a:t>
            </a: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PokeAPI</a:t>
            </a:r>
          </a:p>
          <a:p>
            <a:pPr lvl="1"/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Обработку ошибок</a:t>
            </a: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ru-RU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F846516-7A3F-43EA-AEE9-D7D7C5E439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338881" y="677061"/>
            <a:ext cx="3063468" cy="570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90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6703A7-F450-45A6-B5CE-CD487F845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 данных о персонаже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4D8426-6FC1-4170-AE84-3EF4ACAEA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4962088" cy="35814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Включает в себя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Отображение имени, роста и веса выбранного персонажа</a:t>
            </a:r>
          </a:p>
          <a:p>
            <a:pPr lvl="1"/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всех сохраненных в базе записей</a:t>
            </a:r>
          </a:p>
          <a:p>
            <a:pPr lvl="1"/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добавление, удаления, редактирования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E2FF8DA-649A-41A9-BA94-DBCD51DF109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701095" y="1365309"/>
            <a:ext cx="2726422" cy="480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217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FE804E-60B0-43AE-8510-395077483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6A13BD-7C8B-4FE4-A97F-341912794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функционала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фотографий персонажа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поиска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Улучшение интерфейса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кода</a:t>
            </a:r>
          </a:p>
        </p:txBody>
      </p:sp>
      <p:pic>
        <p:nvPicPr>
          <p:cNvPr id="4" name="Picture 4" descr="Лупа – Бесплатные иконки: интерфейс">
            <a:extLst>
              <a:ext uri="{FF2B5EF4-FFF2-40B4-BE49-F238E27FC236}">
                <a16:creationId xmlns:a16="http://schemas.microsoft.com/office/drawing/2014/main" id="{5ACC05D6-44CA-45E9-BD60-81C8D84F9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0762" y="2804219"/>
            <a:ext cx="447259" cy="447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Образ – Бесплатные иконки: сеть">
            <a:extLst>
              <a:ext uri="{FF2B5EF4-FFF2-40B4-BE49-F238E27FC236}">
                <a16:creationId xmlns:a16="http://schemas.microsoft.com/office/drawing/2014/main" id="{57165FA9-AD11-47D9-AEF6-1F14AADA3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0139" y="2123662"/>
            <a:ext cx="528506" cy="52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Пользовательский интерфейс – Бесплатные иконки: компьютер">
            <a:extLst>
              <a:ext uri="{FF2B5EF4-FFF2-40B4-BE49-F238E27FC236}">
                <a16:creationId xmlns:a16="http://schemas.microsoft.com/office/drawing/2014/main" id="{D45754A3-71ED-447D-B509-3B545B7F2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4912" y="3410598"/>
            <a:ext cx="562062" cy="562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21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99762A-B43E-45C6-8BA7-B138857A0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690771"/>
            <a:ext cx="9601200" cy="14859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75998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98</TotalTime>
  <Words>373</Words>
  <Application>Microsoft Office PowerPoint</Application>
  <PresentationFormat>Широкоэкранный</PresentationFormat>
  <Paragraphs>50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Franklin Gothic Book</vt:lpstr>
      <vt:lpstr>Times New Roman</vt:lpstr>
      <vt:lpstr>Уголки</vt:lpstr>
      <vt:lpstr>Разработка мобильного приложения для поиска информации о покемонах</vt:lpstr>
      <vt:lpstr>О разработке</vt:lpstr>
      <vt:lpstr>Цели и задачи</vt:lpstr>
      <vt:lpstr>Функциональные характеристики</vt:lpstr>
      <vt:lpstr>Используемые инструменты</vt:lpstr>
      <vt:lpstr>Экран авторизации</vt:lpstr>
      <vt:lpstr>Экран поиска</vt:lpstr>
      <vt:lpstr>Экран данных о персонаже</vt:lpstr>
      <vt:lpstr>Перспективы разработки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305-8</dc:creator>
  <cp:lastModifiedBy>305-8</cp:lastModifiedBy>
  <cp:revision>59</cp:revision>
  <dcterms:created xsi:type="dcterms:W3CDTF">2026-10-27T07:12:49Z</dcterms:created>
  <dcterms:modified xsi:type="dcterms:W3CDTF">2026-10-27T08:51:06Z</dcterms:modified>
</cp:coreProperties>
</file>